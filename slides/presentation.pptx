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31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53200" y="0"/>
            <a:ext cx="2590800" cy="1645920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614160" y="182880"/>
            <a:ext cx="243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AI</a:t>
            </a:r>
            <a:endParaRPr lang="en-US" sz="1600" dirty="0"/>
          </a:p>
          <a:p>
            <a:pPr marL="0" indent="0" algn="r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HR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AI Explains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Talent Leaves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and lightweight AI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help companies keep their talent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Hackathon 2026</a:t>
            </a:r>
          </a:p>
          <a:p>
            <a:r>
              <a:rPr lang="en-US" sz="105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Rebecca M. – </a:t>
            </a:r>
            <a:r>
              <a:rPr lang="en-US" sz="1050" dirty="0" err="1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Jinxin</a:t>
            </a:r>
            <a:r>
              <a:rPr lang="en-US" sz="105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 Z. – Mathis A. – Ahmed K. – Malo R.</a:t>
            </a:r>
            <a:endParaRPr lang="en-US" sz="105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 employees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walks out the door.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33.4%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2560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$1.2–2.4M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yearly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7680960" cy="27432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one employee costs 50–200% of their annual salary.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Sarah,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 of Human Resources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4864" cy="16459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see the numbers — people are leaving.
But I don't know who's next, or why.
I need something I can trust.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black box. Something that explains itself.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needs: early warning · clear reasons · evidence for the board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that explains itself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employees at risk of leaving before they hand in their notice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680960" cy="9144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exactly why  which factors are pushing them toward the door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7680960" cy="9144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HR focus their budget on the employees who need it most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two pillars: Explainable AI (trust) + Frugal AI (efficiency)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actionable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employees · 36 features · Kaggle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2176272"/>
            <a:ext cx="18288" cy="228600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 · encode categories · enrich with text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" y="2724912"/>
            <a:ext cx="18288" cy="228600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10 features selected · train and evaluate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" y="3273552"/>
            <a:ext cx="18288" cy="228600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· per-employee risk factors · global importance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" y="3822192"/>
            <a:ext cx="18288" cy="228600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Streamlit app · risk scores · action plans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pipeline runs on a standard laptop:  no GPU, no cloud.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"who"  but "why"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our dataset: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7680960" cy="457200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#302  ·  Production Technician I  ·  $58K salary  ·  Risk: 0.75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137160" cy="1371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2743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Recruited via Google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</a:t>
            </a:r>
            <a:r>
              <a:rPr lang="en-US" sz="1200"/>
              <a:t>people from that channel leave more often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218688"/>
            <a:ext cx="137160" cy="1371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31272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Production department (has 40% turnover)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602736"/>
            <a:ext cx="137160" cy="1371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351129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work (although the company has an avg: 1.1 days/week)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986784"/>
            <a:ext cx="137160" cy="1371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0160" y="389534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special projects (although company has an avg: 1.2)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7680960" cy="27432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left for another position.  Powered by SHAP so every prediction comes with a receipt.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is more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73 features. We only need 10 and it works better.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→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3.9s → 0.14s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 emitted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CodeCarbon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27432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(73 features): AUC 0.769    </a:t>
            </a: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 model (10 features): AUC 0.830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dashboard HR managers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want to use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all employees  risk distribution, department breakdown, key metrics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7680960" cy="9144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Deep Dive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788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employee see their risk score and SHAP breakdown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7680960" cy="9144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474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list of at-risk employees with suggested interventions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9144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transparency how it works, what data it uses, confidence levels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 ·  streamlit run app.py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when HR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see ahead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our 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3474720" cy="27432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reacts after people leave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on who's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interviews reveal problems too late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$1.2–2.4M lost annually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our solution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423160"/>
            <a:ext cx="3474720" cy="2743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acts before people decide to leave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explainable risk scores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interventions save money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laptop, zero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HR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trust.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·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596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Trusted AI × HR</dc:title>
  <dc:subject>PptxGenJS Presentation</dc:subject>
  <dc:creator>Explainability Hackathon Team</dc:creator>
  <cp:lastModifiedBy>Richard Maroun</cp:lastModifiedBy>
  <cp:revision>2</cp:revision>
  <dcterms:created xsi:type="dcterms:W3CDTF">2026-03-17T10:07:45Z</dcterms:created>
  <dcterms:modified xsi:type="dcterms:W3CDTF">2026-03-17T10:26:31Z</dcterms:modified>
</cp:coreProperties>
</file>